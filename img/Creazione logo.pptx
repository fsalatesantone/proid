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2244"/>
    <a:srgbClr val="019B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336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78E1A0-1178-5168-6380-E053213FB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8A3CC3A-3CCF-8630-A9A3-D1EBC2FA2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726C41-0204-5920-0F0B-DEC925CB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4F4668-BA0C-C0DC-ADD4-98022821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CD8DDE-0F98-2347-47DA-815F2208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081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7A4440-D862-73B9-AF54-AF4AB1F0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6F7EC3-E0D0-08F8-307E-5887DAA04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000BF8-C677-CC39-51B7-EFD19B71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68BE47-6471-369A-A093-3180C294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47B3AB-1833-764C-720F-9C5ADBAE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9864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F0885F-486F-B9BF-06CF-F6623B0C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694CF9E-A853-05AB-DDDD-6D04DE3E9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1E3752-78A7-F063-748D-4FEDCD70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CCB84F-20A9-0864-7925-A6EEED09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E9C9F9-FE29-B145-D0D7-80D9F90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920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8BBAFE-729B-BD42-265E-9AD4FA13C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A21758-DA8D-4940-F7D4-A47C36CD8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11D4B4-6C20-B7BF-A0C5-716112C28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556B05-94D2-7E0A-C4DD-8DB8F737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CB8F36-856E-EBEE-4543-89DA57A0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0C21E24-964A-F272-096A-1B68D53A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274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E00779-46B5-C8CF-BFBB-4D05F272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6A2D10-2769-1F7C-D75E-DBD42CBD6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14ADD3C-34D1-2AA9-84C1-A949A6216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8213AC0-7100-6965-309C-57E9A8917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95A1C8A-1E26-CEA6-0973-1A7ED99E4D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459B66-C410-9355-0321-832BB7A0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2AC049E-73C1-67D4-3A29-BEE4E930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4B18351-1DFF-998E-3626-6A88CC51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93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9278A6-C2DA-CE19-691F-9ABC90B7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D311180-1AC1-E39E-DF8D-C52C6776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BA44426-D3AE-40D4-61C5-1195B556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67B5C7D-41F4-30E7-642E-D1EA05B5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282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6851520-CB16-1FBC-8A30-2D31C6465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17F4FAC-E3EB-0DC1-77C4-B073E482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4A304FD-8842-A970-CBDC-BBE01090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988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3D8F3-06D5-298E-0FBA-56FC4145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91703D-8EA3-DED1-622A-6A2F5D1A0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DCF5E6D-77D2-6EF2-F793-4D9A5ADF1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590AF6-787E-D047-8891-B7815616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CEA87A2-2640-43C3-C515-10092C46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F098CC6-0255-E6BF-B520-B4ED2492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31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19C4E3-F2BB-9FC4-2EE1-1B5CCD50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0E9CCA2-68F3-3C60-AD47-494AF2AE2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09C17F2-0FBB-C5EB-705E-EF0C73D2C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B7EA51F-7D20-2309-2B5F-80DB0FBD1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437C42E-07F7-8E13-BF28-BA9E2C3EF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E00969-37D6-D8D8-8E87-1DF1FA59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039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958462-75A9-528C-CFD0-7EB295C8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27F561-2192-8282-C832-DA67857E9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6D0CE4-B8AC-601C-F4AC-70197732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9BBB63-7506-DC19-9F96-CDDA0152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37EACA-7076-B589-DDA9-F3ED8C98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437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1D41481-9F0D-5A38-8885-F80F5E32F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E5D9753-9530-DF1B-89B8-10FC7ACAD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67796B-92DD-6C01-0C4D-566779DE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91AE5A-3EAC-19CA-260B-AF8ED2950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1FFA20-0BB9-663E-24CB-BDB58B1B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21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1AEC429-C41B-9AD7-D5F5-F55B6F68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E050D1-5184-CBFD-E59B-64D6E6F6B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3C1E85-43B0-E608-3A1F-5EFD00F80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75B84-4D5A-4BBD-B5E3-67F7B5047E64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3992E9-0B6E-9520-EA08-BBBD60608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C2E8D4-FC89-A9FA-46EE-F21703510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6FFD2-77EC-4865-818A-6B241984A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89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gerprint - Free interface icons">
            <a:extLst>
              <a:ext uri="{FF2B5EF4-FFF2-40B4-BE49-F238E27FC236}">
                <a16:creationId xmlns:a16="http://schemas.microsoft.com/office/drawing/2014/main" id="{3F678C16-348A-11CA-8741-F7E8240F3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449" y="1213597"/>
            <a:ext cx="1842937" cy="1893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8108DCBC-50E5-368C-E4EE-B6C0E4560CE8}"/>
              </a:ext>
            </a:extLst>
          </p:cNvPr>
          <p:cNvGrpSpPr/>
          <p:nvPr/>
        </p:nvGrpSpPr>
        <p:grpSpPr>
          <a:xfrm>
            <a:off x="2587257" y="961914"/>
            <a:ext cx="720000" cy="720000"/>
            <a:chOff x="1666875" y="1943100"/>
            <a:chExt cx="720000" cy="720000"/>
          </a:xfrm>
        </p:grpSpPr>
        <p:cxnSp>
          <p:nvCxnSpPr>
            <p:cNvPr id="7" name="Connettore diritto 6">
              <a:extLst>
                <a:ext uri="{FF2B5EF4-FFF2-40B4-BE49-F238E27FC236}">
                  <a16:creationId xmlns:a16="http://schemas.microsoft.com/office/drawing/2014/main" id="{49F6ACC0-F8AD-1474-5BE8-4C4808BCECC5}"/>
                </a:ext>
              </a:extLst>
            </p:cNvPr>
            <p:cNvCxnSpPr/>
            <p:nvPr/>
          </p:nvCxnSpPr>
          <p:spPr>
            <a:xfrm>
              <a:off x="1666875" y="1943100"/>
              <a:ext cx="0" cy="720000"/>
            </a:xfrm>
            <a:prstGeom prst="line">
              <a:avLst/>
            </a:prstGeom>
            <a:ln w="142875" cap="rnd">
              <a:solidFill>
                <a:srgbClr val="0222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diritto 8">
              <a:extLst>
                <a:ext uri="{FF2B5EF4-FFF2-40B4-BE49-F238E27FC236}">
                  <a16:creationId xmlns:a16="http://schemas.microsoft.com/office/drawing/2014/main" id="{5ED5F997-2A6A-C776-75CD-651A50A69F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6875" y="1583100"/>
              <a:ext cx="0" cy="720000"/>
            </a:xfrm>
            <a:prstGeom prst="line">
              <a:avLst/>
            </a:prstGeom>
            <a:ln w="142875" cap="rnd">
              <a:solidFill>
                <a:srgbClr val="0222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A87044EF-5543-0154-C648-46EA68C11371}"/>
              </a:ext>
            </a:extLst>
          </p:cNvPr>
          <p:cNvGrpSpPr/>
          <p:nvPr/>
        </p:nvGrpSpPr>
        <p:grpSpPr>
          <a:xfrm rot="10800000">
            <a:off x="4267209" y="2588198"/>
            <a:ext cx="720000" cy="720000"/>
            <a:chOff x="1666875" y="1943100"/>
            <a:chExt cx="720000" cy="720000"/>
          </a:xfrm>
        </p:grpSpPr>
        <p:cxnSp>
          <p:nvCxnSpPr>
            <p:cNvPr id="17" name="Connettore diritto 16">
              <a:extLst>
                <a:ext uri="{FF2B5EF4-FFF2-40B4-BE49-F238E27FC236}">
                  <a16:creationId xmlns:a16="http://schemas.microsoft.com/office/drawing/2014/main" id="{0FEF4AFB-F632-ED5B-4CE4-13151615D71B}"/>
                </a:ext>
              </a:extLst>
            </p:cNvPr>
            <p:cNvCxnSpPr/>
            <p:nvPr/>
          </p:nvCxnSpPr>
          <p:spPr>
            <a:xfrm>
              <a:off x="1666875" y="1943100"/>
              <a:ext cx="0" cy="720000"/>
            </a:xfrm>
            <a:prstGeom prst="line">
              <a:avLst/>
            </a:prstGeom>
            <a:ln w="142875" cap="rnd">
              <a:solidFill>
                <a:srgbClr val="0222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662971C4-581F-A05D-713B-E900752D77E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6875" y="1583100"/>
              <a:ext cx="0" cy="720000"/>
            </a:xfrm>
            <a:prstGeom prst="line">
              <a:avLst/>
            </a:prstGeom>
            <a:ln w="142875" cap="rnd">
              <a:solidFill>
                <a:srgbClr val="0222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7ACFC5B1-2AD4-62F3-FE8B-3EF60B36D8B1}"/>
              </a:ext>
            </a:extLst>
          </p:cNvPr>
          <p:cNvGrpSpPr/>
          <p:nvPr/>
        </p:nvGrpSpPr>
        <p:grpSpPr>
          <a:xfrm rot="16200000">
            <a:off x="2587257" y="2588199"/>
            <a:ext cx="720000" cy="720000"/>
            <a:chOff x="1666875" y="1943100"/>
            <a:chExt cx="720000" cy="720000"/>
          </a:xfrm>
        </p:grpSpPr>
        <p:cxnSp>
          <p:nvCxnSpPr>
            <p:cNvPr id="20" name="Connettore diritto 19">
              <a:extLst>
                <a:ext uri="{FF2B5EF4-FFF2-40B4-BE49-F238E27FC236}">
                  <a16:creationId xmlns:a16="http://schemas.microsoft.com/office/drawing/2014/main" id="{13FA3CA0-EC26-A93A-2AEC-DFC581CDC7CB}"/>
                </a:ext>
              </a:extLst>
            </p:cNvPr>
            <p:cNvCxnSpPr/>
            <p:nvPr/>
          </p:nvCxnSpPr>
          <p:spPr>
            <a:xfrm>
              <a:off x="1666875" y="1943100"/>
              <a:ext cx="0" cy="720000"/>
            </a:xfrm>
            <a:prstGeom prst="line">
              <a:avLst/>
            </a:prstGeom>
            <a:ln w="142875" cap="rnd">
              <a:solidFill>
                <a:srgbClr val="0222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2E4CC020-5A14-9C78-9468-5460292B57F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6875" y="1583100"/>
              <a:ext cx="0" cy="720000"/>
            </a:xfrm>
            <a:prstGeom prst="line">
              <a:avLst/>
            </a:prstGeom>
            <a:ln w="142875" cap="rnd">
              <a:solidFill>
                <a:srgbClr val="0222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4B648383-AD2F-A674-D0E9-80381DA8807A}"/>
              </a:ext>
            </a:extLst>
          </p:cNvPr>
          <p:cNvGrpSpPr/>
          <p:nvPr/>
        </p:nvGrpSpPr>
        <p:grpSpPr>
          <a:xfrm rot="5400000">
            <a:off x="4267209" y="961914"/>
            <a:ext cx="720000" cy="720000"/>
            <a:chOff x="1666875" y="1943100"/>
            <a:chExt cx="720000" cy="720000"/>
          </a:xfrm>
        </p:grpSpPr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6D3DA6D6-3659-635F-5D1E-D6B962F363F0}"/>
                </a:ext>
              </a:extLst>
            </p:cNvPr>
            <p:cNvCxnSpPr/>
            <p:nvPr/>
          </p:nvCxnSpPr>
          <p:spPr>
            <a:xfrm>
              <a:off x="1666875" y="1943100"/>
              <a:ext cx="0" cy="720000"/>
            </a:xfrm>
            <a:prstGeom prst="line">
              <a:avLst/>
            </a:prstGeom>
            <a:ln w="142875" cap="rnd">
              <a:solidFill>
                <a:srgbClr val="0222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463DDF93-EB17-76FC-1BE1-093D66C4601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6875" y="1583100"/>
              <a:ext cx="0" cy="720000"/>
            </a:xfrm>
            <a:prstGeom prst="line">
              <a:avLst/>
            </a:prstGeom>
            <a:ln w="142875" cap="rnd">
              <a:solidFill>
                <a:srgbClr val="0222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1A45F27-9264-1EA5-577D-5FBE4704F728}"/>
              </a:ext>
            </a:extLst>
          </p:cNvPr>
          <p:cNvSpPr txBox="1"/>
          <p:nvPr/>
        </p:nvSpPr>
        <p:spPr>
          <a:xfrm>
            <a:off x="5471530" y="769889"/>
            <a:ext cx="544251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0" b="1" dirty="0" err="1">
                <a:solidFill>
                  <a:srgbClr val="022244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</a:t>
            </a:r>
            <a:r>
              <a:rPr lang="it-IT" sz="14000" b="1" dirty="0" err="1">
                <a:solidFill>
                  <a:srgbClr val="019BD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endParaRPr lang="it-IT" sz="14000" b="1" dirty="0">
              <a:solidFill>
                <a:srgbClr val="022244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1397AEE-61EB-42E4-B6AD-08530F244E0B}"/>
              </a:ext>
            </a:extLst>
          </p:cNvPr>
          <p:cNvSpPr txBox="1"/>
          <p:nvPr/>
        </p:nvSpPr>
        <p:spPr>
          <a:xfrm>
            <a:off x="5146017" y="2748143"/>
            <a:ext cx="6110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rgbClr val="022244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CARTA DI IDENTITÀ DIGITALE DEI PROGETTI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DB670A17-F192-2E95-985A-538A6BC41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257" y="2660904"/>
            <a:ext cx="9839520" cy="354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5B75-D911-D9E4-413A-E7F3F946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>
            <a:extLst>
              <a:ext uri="{FF2B5EF4-FFF2-40B4-BE49-F238E27FC236}">
                <a16:creationId xmlns:a16="http://schemas.microsoft.com/office/drawing/2014/main" id="{DDB7EA2E-5784-EBDB-9DC9-6B1BEDB6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846" t="13143" r="6718" b="13406"/>
          <a:stretch>
            <a:fillRect/>
          </a:stretch>
        </p:blipFill>
        <p:spPr>
          <a:xfrm>
            <a:off x="2032001" y="389130"/>
            <a:ext cx="6489699" cy="1666692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DD43712F-0361-E356-17E5-5854B1E34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12" r="75377" b="16406"/>
          <a:stretch>
            <a:fillRect/>
          </a:stretch>
        </p:blipFill>
        <p:spPr>
          <a:xfrm>
            <a:off x="968769" y="3541426"/>
            <a:ext cx="2422756" cy="238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184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Cascadia Code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Salate Santone</dc:creator>
  <cp:lastModifiedBy>Francesco Salate Santone</cp:lastModifiedBy>
  <cp:revision>3</cp:revision>
  <dcterms:created xsi:type="dcterms:W3CDTF">2025-06-10T06:09:12Z</dcterms:created>
  <dcterms:modified xsi:type="dcterms:W3CDTF">2026-03-03T21:29:11Z</dcterms:modified>
</cp:coreProperties>
</file>